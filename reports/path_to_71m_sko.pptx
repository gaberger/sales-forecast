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Path to $71M ARR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Monte Carlo Simulation Analysis | Sales Kick-Off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"Can we hit $71M ARR with 10 Sales Engineers?"</a:t>
            </a:r>
          </a:p>
          <a:p>
            <a:pPr>
              <a:spcAft>
                <a:spcPts val="1200"/>
              </a:spcAft>
              <a:defRPr sz="2200"/>
            </a:pPr>
            <a:r>
              <a:t>• We used Monte Carlo simulation to stress-test our capacity</a:t>
            </a:r>
          </a:p>
          <a:p>
            <a:pPr>
              <a:spcAft>
                <a:spcPts val="1200"/>
              </a:spcAft>
              <a:defRPr sz="2200"/>
            </a:pPr>
            <a:r>
              <a:t>• 2,000 randomized scenarios. One clear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SITUATION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Our Current Reality: 10 Sales Engineers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Sales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Target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$71M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Pipeline (est.)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 opportunities/year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Win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~30%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How We Analyzed This: Monte Carlo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Ran 2,000 randomized scenarios to model uncertainty</a:t>
            </a:r>
          </a:p>
          <a:p>
            <a:pPr>
              <a:spcAft>
                <a:spcPts val="1200"/>
              </a:spcAft>
              <a:defRPr sz="2200"/>
            </a:pPr>
            <a:r>
              <a:t>• Each run: random opportunity timing, deal sizes, win/loss outcomes</a:t>
            </a:r>
          </a:p>
          <a:p>
            <a:pPr>
              <a:spcAft>
                <a:spcPts val="1200"/>
              </a:spcAft>
              <a:defRPr sz="2200"/>
            </a:pPr>
            <a:r>
              <a:t>• Accounts for SE queuing and capacity constraints</a:t>
            </a:r>
          </a:p>
          <a:p>
            <a:pPr>
              <a:spcAft>
                <a:spcPts val="1200"/>
              </a:spcAft>
              <a:defRPr sz="2200"/>
            </a:pPr>
            <a:r>
              <a:t>• Output: probability distribution, not a single guess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COMPLICATION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POC Duration Creates a Hard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Max POCs = (10 SEs × 365 days) ÷ POC Duration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POC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Max POCs/Year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Max Deals Won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~36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~18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~12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At 90-Day POCs, $71M is Impossible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Max deals at 90-day POC: 12 per year</a:t>
            </a:r>
          </a:p>
          <a:p>
            <a:pPr>
              <a:spcAft>
                <a:spcPts val="1200"/>
              </a:spcAft>
              <a:defRPr sz="2200"/>
            </a:pPr>
            <a:r>
              <a:t>• Revenue per deal needed: $71M ÷ 12 = $5.9M</a:t>
            </a:r>
          </a:p>
          <a:p>
            <a:pPr>
              <a:spcAft>
                <a:spcPts val="1200"/>
              </a:spcAft>
              <a:defRPr sz="2200"/>
            </a:pPr>
            <a:r>
              <a:t>• Even at $5M avg deals, Monte Carlo shows only ~$50M achievable</a:t>
            </a:r>
          </a:p>
          <a:p>
            <a:pPr>
              <a:spcAft>
                <a:spcPts val="1200"/>
              </a:spcAft>
              <a:defRPr sz="2200"/>
            </a:pPr>
            <a:r>
              <a:t>• 90-day POCs cap revenue at ~$25M regardless of deal size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68% of Opportunities Never Get a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At 90-day POC with 100 opportunities — capacity losses, not competition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Percentage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POCs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Deals Lost to 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RESOLUTION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Answer: 30-Day POCs + $2.6M Deals = $71M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✓ Hits target with current headcount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Monte Carlo result (2,000 runs): $71.8M projected revenue</a:t>
            </a:r>
          </a:p>
          <a:p>
            <a:pPr>
              <a:spcAft>
                <a:spcPts val="1200"/>
              </a:spcAft>
              <a:defRPr sz="2200"/>
            </a:pPr>
            <a:r>
              <a:t>• 10 SEs — no additional hiring required</a:t>
            </a:r>
          </a:p>
          <a:p>
            <a:pPr>
              <a:spcAft>
                <a:spcPts val="1200"/>
              </a:spcAft>
              <a:defRPr sz="2200"/>
            </a:pPr>
            <a:r>
              <a:t>• 100 opportunities/year</a:t>
            </a:r>
          </a:p>
          <a:p>
            <a:pPr>
              <a:spcAft>
                <a:spcPts val="1200"/>
              </a:spcAft>
              <a:defRPr sz="2200"/>
            </a:pPr>
            <a:r>
              <a:t>• 28 deals won, 9 lost to capacity (acceptable)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Required Deal Size by POC Duration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Shorter POCs = lower deal size threshold to hit $71M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POC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Min Avg Deal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Feasibility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$2.6M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Enterprise focus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$3.5M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Large enterprise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$4.7M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Strategic only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Not achievable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Two Non-Negotiables for $71M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1. POC Duration ≤ 30 Days</a:t>
            </a:r>
          </a:p>
          <a:p>
            <a:pPr>
              <a:spcAft>
                <a:spcPts val="1200"/>
              </a:spcAft>
              <a:defRPr sz="2200"/>
            </a:pPr>
            <a:r>
              <a:t>   → Without this, we cannot process enough deals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• 2. Average Deal Size ≥ $2.6M</a:t>
            </a:r>
          </a:p>
          <a:p>
            <a:pPr>
              <a:spcAft>
                <a:spcPts val="1200"/>
              </a:spcAft>
              <a:defRPr sz="2200"/>
            </a:pPr>
            <a:r>
              <a:t>   → Without this, closed deals don't sum to target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• Both required. Neither alone is sufficient.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Upside: SE Concurrency Exceeds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If SEs can run 2 POCs in parallel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Buffer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Baseline (1 POC/SE)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$71.8M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 POCs per 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$95M+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+33%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Three Priorities for Sales Kick-Off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Priority 1 &amp; 2 are prerequisites. Priority 3 is insurance.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Impact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Mandate 30-day POC 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Enables $71M path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Qualify for $2.5M+ deals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Ensures deal math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Enable 2 concurrent POCs/SE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Creates $20M buffer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How to Achieve 30-Day POCs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Initiative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Time Saved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Effort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Time-boxed POC with exit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Enforces discipline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Pre-built POC 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Standardized playbooks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Parallel workstreams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Risk &amp;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80% confidence interval: $58M - $86M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Revenue Impact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Win rate drops to 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$60M (-15%)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Only 80 opportunities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$57M (-20%)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Avg deal is $2.0M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$55M (-23%)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What we need from this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COMMITMENT to 30-day POC standard</a:t>
            </a:r>
          </a:p>
          <a:p>
            <a:pPr>
              <a:spcAft>
                <a:spcPts val="1200"/>
              </a:spcAft>
              <a:defRPr sz="2200"/>
            </a:pPr>
            <a:r>
              <a:t>• ALIGNMENT on $2.5M+ deal qualification</a:t>
            </a:r>
          </a:p>
          <a:p>
            <a:pPr>
              <a:spcAft>
                <a:spcPts val="1200"/>
              </a:spcAft>
              <a:defRPr sz="2200"/>
            </a:pPr>
            <a:r>
              <a:t>• INVESTMENT in POC acceleration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• Without #1 and #2, we need to revisit the $71M target.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Summary: Path to $71M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Non-Negotiable?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POC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≤ 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✓ 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Avg Deal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≥ $2.6M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✓ 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Opportunities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~100/year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 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 POCs/SE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Recommended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Appendix: Run Your Own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The simulation tool is available: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  poc-impact --poc-durations 30 60 90 \</a:t>
            </a:r>
          </a:p>
          <a:p>
            <a:pPr>
              <a:spcAft>
                <a:spcPts val="1200"/>
              </a:spcAft>
              <a:defRPr sz="2200"/>
            </a:pPr>
            <a:r>
              <a:t>             --num-ses 10 \</a:t>
            </a:r>
          </a:p>
          <a:p>
            <a:pPr>
              <a:spcAft>
                <a:spcPts val="1200"/>
              </a:spcAft>
              <a:defRPr sz="2200"/>
            </a:pPr>
            <a:r>
              <a:t>             --avg-deal-value 2600000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• Ask your ops team for access.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